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5"/>
  </p:notesMasterIdLst>
  <p:sldIdLst>
    <p:sldId id="256" r:id="rId5"/>
    <p:sldId id="2146847054" r:id="rId6"/>
    <p:sldId id="262" r:id="rId7"/>
    <p:sldId id="265" r:id="rId8"/>
    <p:sldId id="266" r:id="rId9"/>
    <p:sldId id="2146847056" r:id="rId10"/>
    <p:sldId id="267" r:id="rId11"/>
    <p:sldId id="268" r:id="rId12"/>
    <p:sldId id="269" r:id="rId13"/>
    <p:sldId id="25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C3D9CC-52A4-7BB9-5926-A17EAD909109}" v="32" dt="2024-12-19T12:09:51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60"/>
  </p:normalViewPr>
  <p:slideViewPr>
    <p:cSldViewPr snapToGrid="0">
      <p:cViewPr varScale="1">
        <p:scale>
          <a:sx n="84" d="100"/>
          <a:sy n="84" d="100"/>
        </p:scale>
        <p:origin x="648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11-10-2025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10/11/2025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10/11/2025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10/11/2025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10/11/2025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xmlns="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xmlns="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10/11/2025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xmlns="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xmlns="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10/11/2025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xmlns="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inesh07-sys/Dinesh07-sys-AICTE-Traveller-Explorer-website--Front-End--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weathermap.org/" TargetMode="External"/><Relationship Id="rId2" Type="http://schemas.openxmlformats.org/officeDocument/2006/relationships/hyperlink" Target="https://unsplash.com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1676" y="1721051"/>
            <a:ext cx="9144000" cy="977778"/>
          </a:xfrm>
        </p:spPr>
        <p:txBody>
          <a:bodyPr/>
          <a:lstStyle/>
          <a:p>
            <a:pPr algn="ctr"/>
            <a:r>
              <a:rPr lang="en-IN" dirty="0"/>
              <a:t>Travel Explorer Website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87177" y="4101733"/>
            <a:ext cx="798018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DINESH KUMAR M </a:t>
            </a:r>
            <a:b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</a:b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BHARATH INSTITUTE OF HIGHER EDUCATION AND RESEARCH</a:t>
            </a:r>
            <a:b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</a:b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CSE(AIML)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Algorithm &amp; Deployment (Step by Step  Procedure) </a:t>
            </a:r>
            <a:endParaRPr lang="en-US" dirty="0">
              <a:latin typeface="Arial"/>
              <a:cs typeface="Calibri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pPr marL="305435" indent="-305435"/>
            <a:r>
              <a:rPr lang="en-US" sz="2000" b="1" dirty="0" smtClean="0">
                <a:latin typeface="Arial"/>
                <a:ea typeface="+mn-lt"/>
                <a:cs typeface="Arial"/>
              </a:rPr>
              <a:t>Conclusion</a:t>
            </a:r>
            <a:endParaRPr lang="en-US" sz="2000" b="1" dirty="0">
              <a:latin typeface="Arial"/>
              <a:ea typeface="+mn-lt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581192" y="2320023"/>
            <a:ext cx="11317778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Travelers often struggle to find essential information about destinations in one place.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Planning a trip requires switching between multiple apps for weather, images, and general </a:t>
            </a:r>
            <a:b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a unified, visually appealing interface for quick exploration of tourist spots.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a simple web platform where users can preview destinations instantly.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581192" y="3052064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HTML5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structure and layout of the website.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CSS3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design, color gradients, and responsive layout.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(optional extension planned)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future dynamic data fetching.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Unsplash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(static placeholders used)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destination photos.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OpenWeatherMap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(static demo version)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weather representation.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Design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implemented using media queries for mobile adaptability</a:t>
            </a: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581192" y="3106928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the project layout using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HTML5 semantic elements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header, main, and sections.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 bar interface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simulate destination input.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static demo data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“Paris” to represent weather and photo results.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Styled all components using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 gradients, flexbox, and grid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 modern UI.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Embedded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placeholder weather icons and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Unsplash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photos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visual appeal.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Tested responsiveness on multiple screen sizes to ensure mobile compatibility.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Deployed on a local host environment (can later be hosted via GitHub Pages).</a:t>
            </a: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4F20F19-3232-FCD0-E48F-6210A7E81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3C230409-939A-60F3-342F-342F13F94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1512062"/>
            <a:ext cx="9958845" cy="46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15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GITHUB AND DEPLOYMNET LINK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US" sz="2800" b="1" dirty="0" err="1" smtClean="0"/>
              <a:t>Github</a:t>
            </a:r>
            <a:r>
              <a:rPr lang="en-US" sz="2800" b="1" dirty="0" smtClean="0"/>
              <a:t> Repo Link </a:t>
            </a:r>
            <a:r>
              <a:rPr lang="en-US" sz="2800" b="1" dirty="0"/>
              <a:t>: </a:t>
            </a:r>
            <a:r>
              <a:rPr lang="en-US" sz="2800" b="1" dirty="0">
                <a:hlinkClick r:id="rId2"/>
              </a:rPr>
              <a:t>https://github.com/Dinesh07-sys/Dinesh07-sys-AICTE-Traveller-Explorer-website--Front-End-</a:t>
            </a:r>
            <a:r>
              <a:rPr lang="en-US" sz="2800" b="1" dirty="0" smtClean="0">
                <a:hlinkClick r:id="rId2"/>
              </a:rPr>
              <a:t>-</a:t>
            </a:r>
            <a:endParaRPr lang="en-US" sz="2800" b="1" dirty="0" smtClean="0"/>
          </a:p>
          <a:p>
            <a:pPr marL="305435" indent="-305435"/>
            <a:r>
              <a:rPr lang="en-US" sz="2800" b="1" dirty="0">
                <a:ea typeface="+mn-lt"/>
                <a:cs typeface="+mn-lt"/>
              </a:rPr>
              <a:t>Deployment link</a:t>
            </a:r>
            <a:r>
              <a:rPr lang="en-US" sz="2800" b="1" dirty="0" smtClean="0">
                <a:ea typeface="+mn-lt"/>
                <a:cs typeface="+mn-lt"/>
              </a:rPr>
              <a:t>:  https</a:t>
            </a:r>
            <a:r>
              <a:rPr lang="en-US" sz="2800" b="1" dirty="0">
                <a:ea typeface="+mn-lt"/>
                <a:cs typeface="+mn-lt"/>
              </a:rPr>
              <a:t>://dinesh07-sys.github.io/Dinesh07-sys-AICTE-Traveller-Explorer-website--Front-End--/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581192" y="2732024"/>
            <a:ext cx="265113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successfully delivers an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aesthetic and user-friendly front-end interface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lays the foundation for integrating real-time APIs to enhance interactivity.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Establishes proof of concept for a scalable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travel information platform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hlinkClick r:id="rId2"/>
              </a:rPr>
              <a:t>Unsplash</a:t>
            </a:r>
            <a:r>
              <a:rPr lang="en-US" sz="2400" dirty="0"/>
              <a:t> – Royalty-free images used for destination visuals.</a:t>
            </a:r>
          </a:p>
          <a:p>
            <a:r>
              <a:rPr lang="en-US" sz="2400" dirty="0" err="1">
                <a:hlinkClick r:id="rId3"/>
              </a:rPr>
              <a:t>OpenWeatherMap</a:t>
            </a:r>
            <a:r>
              <a:rPr lang="en-US" sz="2400" dirty="0"/>
              <a:t> – Source for weather API reference.</a:t>
            </a:r>
          </a:p>
          <a:p>
            <a:r>
              <a:rPr lang="en-US" sz="2400" dirty="0"/>
              <a:t>W3Schools – Front-end development documentation.</a:t>
            </a:r>
          </a:p>
          <a:p>
            <a:r>
              <a:rPr lang="en-US" sz="2400" dirty="0"/>
              <a:t>MDN Web Docs – HTML and CSS technical references.</a:t>
            </a: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881" y="4137818"/>
            <a:ext cx="9298744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/>
              <a:t>“Travel makes one modest. You see what a tiny place you occupy in the world.”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— </a:t>
            </a:r>
            <a:r>
              <a:rPr lang="en-US" i="1" dirty="0"/>
              <a:t>Gustave </a:t>
            </a:r>
            <a:r>
              <a:rPr lang="en-US" i="1" dirty="0" smtClean="0"/>
              <a:t>Flaubert</a:t>
            </a:r>
            <a:br>
              <a:rPr lang="en-US" i="1" dirty="0" smtClean="0"/>
            </a:br>
            <a:r>
              <a:rPr lang="en-US" i="1" dirty="0"/>
              <a:t/>
            </a:r>
            <a:br>
              <a:rPr lang="en-US" i="1" dirty="0"/>
            </a:br>
            <a:r>
              <a:rPr lang="en-US" i="1" dirty="0" smtClean="0"/>
              <a:t/>
            </a:r>
            <a:br>
              <a:rPr lang="en-US" i="1" dirty="0" smtClean="0"/>
            </a:br>
            <a:r>
              <a:rPr lang="en-US" i="1" dirty="0"/>
              <a:t/>
            </a:r>
            <a:br>
              <a:rPr lang="en-US" i="1" dirty="0"/>
            </a:br>
            <a:r>
              <a:rPr lang="en-US" i="1" dirty="0" smtClean="0"/>
              <a:t/>
            </a:r>
            <a:br>
              <a:rPr lang="en-US" i="1" dirty="0" smtClean="0"/>
            </a:br>
            <a:r>
              <a:rPr lang="en-US" i="1" dirty="0"/>
              <a:t/>
            </a:r>
            <a:br>
              <a:rPr lang="en-US" i="1" dirty="0"/>
            </a:br>
            <a:r>
              <a:rPr lang="en-US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a2617-96bd-425d-8578-e93563fe37c5"/>
    <ds:schemaRef ds:uri="9162bd5b-4ed9-4da3-b376-05204580ba3f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276</TotalTime>
  <Words>296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Travel Explorer Website</vt:lpstr>
      <vt:lpstr>OUTLINE</vt:lpstr>
      <vt:lpstr>Problem Statement</vt:lpstr>
      <vt:lpstr>System  Approach</vt:lpstr>
      <vt:lpstr>Algorithm &amp; Deployment</vt:lpstr>
      <vt:lpstr>Result</vt:lpstr>
      <vt:lpstr>GITHUB AND DEPLOYMNET LINK</vt:lpstr>
      <vt:lpstr>Conclusion</vt:lpstr>
      <vt:lpstr>References</vt:lpstr>
      <vt:lpstr> “Travel makes one modest. You see what a tiny place you occupy in the world.” — Gustave Flaubert      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Microsoft account</cp:lastModifiedBy>
  <cp:revision>53</cp:revision>
  <dcterms:created xsi:type="dcterms:W3CDTF">2021-05-26T16:50:10Z</dcterms:created>
  <dcterms:modified xsi:type="dcterms:W3CDTF">2025-10-11T11:52:05Z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